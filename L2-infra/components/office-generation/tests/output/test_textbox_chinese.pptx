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Microsoft YaHei"/>
                <a:ea typeface="Microsoft YaHei"/>
              </a:rPr>
              <a:t>你好，世界！</a:t>
            </a:r>
          </a:p>
          <a:p>
            <a:pPr algn="ctr"/>
            <a:r>
              <a:rPr sz="2400" b="1">
                <a:solidFill>
                  <a:srgbClr val="FF0000"/>
                </a:solidFill>
                <a:latin typeface="Microsoft YaHei"/>
                <a:ea typeface="Microsoft YaHei"/>
              </a:rP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