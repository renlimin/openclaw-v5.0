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数值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项目A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完成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项目B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进行中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项目C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待启动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