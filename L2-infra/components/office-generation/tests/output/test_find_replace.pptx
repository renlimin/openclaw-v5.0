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latin typeface="Microsoft YaHei"/>
                <a:ea typeface="Microsoft YaHei"/>
              </a:rPr>
              <a:t>备注里的 NEW_NAME 也要被替换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icrosoft YaHei"/>
                <a:ea typeface="Microsoft YaHei"/>
              </a:rPr>
              <a:t>产品名：NEW_NAME，版本：NEW_NAME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YaHei"/>
                          <a:ea typeface="Microsoft YaHei"/>
                        </a:rPr>
                        <a:t>名称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  <a:ea typeface="Microsoft YaHei"/>
                        </a:rPr>
                        <a:t>NEW_NAME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