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latin typeface="Microsoft YaHei"/>
                <a:ea typeface="Microsoft YaHei"/>
              </a:rPr>
              <a:t>第 1 页备注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latin typeface="Microsoft YaHei"/>
                <a:ea typeface="Microsoft YaHei"/>
              </a:rPr>
              <a:t>演示标题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Microsoft YaHei"/>
                <a:ea typeface="Microsoft YaHei"/>
              </a:rPr>
              <a:t>副标题文本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Microsoft YaHei"/>
                <a:ea typeface="Microsoft YaHei"/>
              </a:rPr>
              <a:t>数据表格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  <a:ea typeface="Microsoft YaHei"/>
                        </a:rPr>
                        <a:t>数值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1000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600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