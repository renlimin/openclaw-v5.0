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>
                <a:latin typeface="Microsoft YaHei"/>
                <a:ea typeface="Microsoft YaHei"/>
              </a:rPr>
              <a:t>原始备注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Microsoft YaHei"/>
                <a:ea typeface="Microsoft YaHei"/>
              </a:rPr>
              <a:t>原始页面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latin typeface="Microsoft YaHei"/>
                <a:ea typeface="Microsoft YaHei"/>
              </a:rPr>
              <a:t>原始页面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