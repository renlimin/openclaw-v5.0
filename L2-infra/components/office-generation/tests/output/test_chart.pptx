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latin typeface="Microsoft YaHei"/>
                <a:ea typeface="Microsoft YaHei"/>
              </a:rPr>
              <a:t>季度销售额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200</c:v>
                </c:pt>
                <c:pt idx="2">
                  <c:v>150</c:v>
                </c:pt>
                <c:pt idx="3">
                  <c:v>300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1">
                <a:latin typeface="Microsoft YaHei"/>
                <a:ea typeface="Microsoft YaHei"/>
              </a:rPr>
              <a:t>市场占比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25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914400"/>
          <a:ext cx="4114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0" y="914400"/>
          <a:ext cx="36576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