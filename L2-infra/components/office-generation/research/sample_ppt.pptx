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P99延迟(ms)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156</c:v>
                </c:pt>
                <c:pt idx="2">
                  <c:v>142</c:v>
                </c:pt>
                <c:pt idx="3">
                  <c:v>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吞吐量(k rpm)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2.1</c:v>
                </c:pt>
                <c:pt idx="1">
                  <c:v>2.8</c:v>
                </c:pt>
                <c:pt idx="2">
                  <c:v>3.5</c:v>
                </c:pt>
                <c:pt idx="3">
                  <c:v>4.2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数据来源：可观测性系统</a:t>
            </a:r>
          </a:p>
          <a:p>
            <a:r>
              <a:t>统计周期：2026 Q1-Q4</a:t>
            </a:r>
          </a:p>
          <a:p>
            <a:r>
              <a:t>注：P99 延迟持续优化中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E3A5F"/>
                </a:solidFill>
              </a:rPr>
              <a:t>系统架构评审报告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4A6B8A"/>
                </a:solidFill>
              </a:rPr>
              <a:t>2026-08-31 · 综合开放平台团队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</a:rPr>
              <a:t>核心组件状态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18872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负责人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OpenClaw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v5.0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✅ 运行中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Rex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Model 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v1.2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✅ 运行中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Jerry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知识库系统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v0.8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⚠️ 建设中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Rex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可观测性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v1.0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✅ 运行中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Jerry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</a:rPr>
              <a:t>季度性能趋势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