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检测量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135</c:v>
                </c:pt>
                <c:pt idx="2">
                  <c:v>148</c:v>
                </c:pt>
                <c:pt idx="3">
                  <c:v>162</c:v>
                </c:pt>
                <c:pt idx="4">
                  <c:v>175</c:v>
                </c:pt>
                <c:pt idx="5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份额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</c:dPt>
          <c:dPt>
            <c:idx val="3"/>
            <c:bubble3D val="0"/>
            <c:spPr>
              <a:solidFill>
                <a:srgbClr val="F17CB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Android</c:v>
                </c:pt>
                <c:pt idx="1">
                  <c:v>iOS</c:v>
                </c:pt>
                <c:pt idx="2">
                  <c:v>小程序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4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高级表格（合并单元格）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3657600"/>
              </a:tblGrid>
              <a:tr h="457200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项目总览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4B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4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4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4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4B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Gateway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核心服务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智能路由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4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泳道流程图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1612880" cy="164592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74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监管平台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2468880"/>
            <a:ext cx="11612880" cy="1645920"/>
          </a:xfrm>
          <a:prstGeom prst="rect">
            <a:avLst/>
          </a:prstGeom>
          <a:solidFill>
            <a:srgbClr val="FFF5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合规平台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4114800"/>
            <a:ext cx="11612880" cy="1645920"/>
          </a:xfrm>
          <a:prstGeom prst="rect">
            <a:avLst/>
          </a:prstGeom>
          <a:solidFill>
            <a:srgbClr val="F0FF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754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测评平台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10972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2C74BC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371600"/>
            <a:ext cx="64008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10972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2C74BC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371600"/>
            <a:ext cx="64008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0" y="10972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2C74B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64008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86800" y="109728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2C74B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1097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通报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4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图表能力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029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400800" y="914400"/>
          <a:ext cx="5029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4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高级形状库（15种）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645920" cy="914400"/>
          </a:xfrm>
          <a:prstGeom prst="roundRect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圆角矩形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0" y="914400"/>
            <a:ext cx="1645920" cy="914400"/>
          </a:xfrm>
          <a:prstGeom prst="rect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矩形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0" y="914400"/>
            <a:ext cx="1645920" cy="914400"/>
          </a:xfrm>
          <a:prstGeom prst="ellipse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椭圆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914400"/>
            <a:ext cx="1645920" cy="914400"/>
          </a:xfrm>
          <a:prstGeom prst="triangle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01200" y="914400"/>
            <a:ext cx="1645920" cy="914400"/>
          </a:xfrm>
          <a:prstGeom prst="diamond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菱形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1645920" cy="914400"/>
          </a:xfrm>
          <a:prstGeom prst="hexagon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91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六边形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2286000"/>
            <a:ext cx="1645920" cy="914400"/>
          </a:xfrm>
          <a:prstGeom prst="pentagon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3291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五边形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2286000"/>
            <a:ext cx="1645920" cy="914400"/>
          </a:xfrm>
          <a:prstGeom prst="octagon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291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八边形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0" y="2286000"/>
            <a:ext cx="1645920" cy="914400"/>
          </a:xfrm>
          <a:prstGeom prst="trapezoid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3291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梯形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01200" y="2286000"/>
            <a:ext cx="1645920" cy="914400"/>
          </a:xfrm>
          <a:prstGeom prst="chevron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3291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V形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1645920" cy="914400"/>
          </a:xfrm>
          <a:prstGeom prst="cloud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0" y="3657600"/>
            <a:ext cx="1645920" cy="914400"/>
          </a:xfrm>
          <a:prstGeom prst="heart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心形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3657600"/>
            <a:ext cx="1645920" cy="914400"/>
          </a:xfrm>
          <a:prstGeom prst="star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星形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0" y="3657600"/>
            <a:ext cx="1645920" cy="914400"/>
          </a:xfrm>
          <a:prstGeom prst="cube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立方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601200" y="3657600"/>
            <a:ext cx="1645920" cy="914400"/>
          </a:xfrm>
          <a:prstGeom prst="donut">
            <a:avLst/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圆环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5"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457200" y="274320"/><a:ext cx="5486400" cy="457200"/></a:xfrm><a:prstGeom prst="rect"><a:avLst></a:avLst></a:prstGeom><a:noFill/><a:ln></a:ln></p:spPr><p:txBody><a:bodyPr wrap="square" rtlCol="0" anchor="ctr"></a:bodyPr><a:lstStyle/><a:p><a:pPr indent="0" marL="0"><a:buNone/></a:pPr><a:r><a:rPr lang="en-US" sz="2400" b="1" dirty="0"><a:solidFill><a:srgbClr val="2D74BB"/></a:solidFill><a:latin typeface="Microsoft YaHei" pitchFamily="34" charset="0"/><a:ea typeface="Microsoft YaHei" pitchFamily="34" charset="-122"/><a:cs typeface="Microsoft YaHei" pitchFamily="34" charset="-120"/></a:rPr><a:t>5. 阴影与透明度</a:t></a:r><a:endParaRPr lang="en-US" sz="2400" dirty="0"/></a:p></p:txBody></p:sp><p:sp><p:nvSpPr><p:cNvPr id="3" name="Shape 1"></p:cNvPr><p:cNvSpPr/><p:nvPr></p:nvPr></p:nvSpPr><p:spPr><a:xfrm><a:off x="914400" y="1371600"/><a:ext cx="2743200" cy="1828800"/></a:xfrm><a:prstGeom prst="roundRect"><a:avLst><a:gd name="adj" fmla="val 5000"/></a:avLst></a:prstGeom><a:solidFill><a:srgbClr val="2D74BB"/></a:solidFill><a:ln></a:ln><a:effectLst> <a:outerShdw sx="100000" sy="100000" kx="0" ky="0" algn="bl" rotWithShape="0" blurRad="101600" dist="38100" dir="16200000"> <a:srgbClr val="000000"> <a:alpha val="12000"/></a:srgbClr> </a:outerShdw></a:effectLst></p:spPr></p:sp><p:sp><p:nvSpPr><p:cNvPr id="4" name="Text 2"></p:cNvPr><p:cNvSpPr/><p:nvPr></p:nvPr></p:nvSpPr><p:spPr><a:xfrm><a:off x="914400" y="1371600"/><a:ext cx="2743200" cy="1828800"/></a:xfrm><a:prstGeom prst="rect"><a:avLst></a:avLst></a:prstGeom><a:noFill/><a:ln></a:ln></p:spPr><p:txBody><a:bodyPr wrap="square" rtlCol="0" anchor="ctr"></a:bodyPr><a:lstStyle/><a:p><a:pPr algn="ctr" indent="0" marL="0"><a:buNone/></a:pPr><a:r><a:rPr lang="en-US" sz="1600" b="1" dirty="0"><a:solidFill><a:srgbClr val="FFFFFF"/></a:solidFill><a:latin typeface="Microsoft YaHei" pitchFamily="34" charset="0"/><a:ea typeface="Microsoft YaHei" pitchFamily="34" charset="-122"/><a:cs typeface="Microsoft YaHei" pitchFamily="34" charset="-120"/></a:rPr><a:t>外阴影</a:t></a:r><a:endParaRPr lang="en-US" sz="1600" dirty="0"/></a:p></p:txBody></p:sp><p:sp><p:nvSpPr><p:cNvPr id="5" name="Shape 3"></p:cNvPr><p:cNvSpPr/><p:nvPr></p:nvPr></p:nvSpPr><p:spPr><a:xfrm><a:off x="4572000" y="1371600"/><a:ext cx="2743200" cy="1828800"/></a:xfrm><a:prstGeom prst="roundRect"><a:avLst><a:gd name="adj" fmla="val 5000"/></a:avLst></a:prstGeom><a:solidFill><a:srgbClr val="2C74BC"/></a:solidFill><a:ln></a:ln></p:spPr></p:sp><p:sp><p:nvSpPr><p:cNvPr id="6" name="Text 4"></p:cNvPr><p:cNvSpPr/><p:nvPr></p:nvPr></p:nvSpPr><p:spPr><a:xfrm><a:off x="4572000" y="1371600"/><a:ext cx="2743200" cy="1828800"/></a:xfrm><a:prstGeom prst="rect"><a:avLst></a:avLst></a:prstGeom><a:noFill/><a:ln></a:ln></p:spPr><p:txBody><a:bodyPr wrap="square" rtlCol="0" anchor="ctr"></a:bodyPr><a:lstStyle/><a:p><a:pPr algn="ctr" indent="0" marL="0"><a:buNone/></a:pPr><a:r><a:rPr lang="en-US" sz="1600" b="1" dirty="0"><a:solidFill><a:srgbClr val="FFFFFF"/></a:solidFill><a:latin typeface="Microsoft YaHei" pitchFamily="34" charset="0"/><a:ea typeface="Microsoft YaHei" pitchFamily="34" charset="-122"/><a:cs typeface="Microsoft YaHei" pitchFamily="34" charset="-120"/></a:rPr><a:t>30%透明</a:t></a:r><a:endParaRPr lang="en-US" sz="1600" dirty="0"/></a:p></p:txBody></p:sp><p:sp><p:nvSpPr><p:cNvPr id="7" name="Shape 5"></p:cNvPr><p:cNvSpPr/><p:nvPr></p:nvPr></p:nvSpPr><p:spPr><a:xfrm><a:off x="8229600" y="1371600"/><a:ext cx="2743200" cy="1828800"/></a:xfrm><a:prstGeom prst="roundRect"><a:avLst><a:gd name="adj" fmla="val 5000"/></a:avLst></a:prstGeom><a:solidFill><a:srgbClr val="27AE60"/></a:solidFill><a:ln></a:ln><a:effectLst> <a:innerShdw  blurRad="76200" dist="25400" dir="16200000"> <a:srgbClr val="000000"> <a:alpha val="20000"/></a:srgbClr> </a:outerShdw></a:effectLst></p:spPr></p:sp><p:sp><p:nvSpPr><p:cNvPr id="8" name="Text 6"></p:cNvPr><p:cNvSpPr/><p:nvPr></p:nvPr></p:nvSpPr><p:spPr><a:xfrm><a:off x="8229600" y="1371600"/><a:ext cx="2743200" cy="1828800"/></a:xfrm><a:prstGeom prst="rect"><a:avLst></a:avLst></a:prstGeom><a:noFill/><a:ln></a:ln></p:spPr><p:txBody><a:bodyPr wrap="square" rtlCol="0" anchor="ctr"></a:bodyPr><a:lstStyle/><a:p><a:pPr algn="ctr" indent="0" marL="0"><a:buNone/></a:pPr><a:r><a:rPr lang="en-US" sz="1600" b="1" dirty="0"><a:solidFill><a:srgbClr val="FFFFFF"/></a:solidFill><a:latin typeface="Microsoft YaHei" pitchFamily="34" charset="0"/><a:ea typeface="Microsoft YaHei" pitchFamily="34" charset="-122"/><a:cs typeface="Microsoft YaHei" pitchFamily="34" charset="-120"/></a:rPr><a:t>内阴影</a:t></a:r><a:endParaRPr lang="en-US" sz="1600" dirty="0"/></a:p></p:txBody></p:sp></p:spTree></p:cSld><p:clrMapOvr><a:masterClrMapping/></p:clrMapOvr>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4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完整流程图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0" y="10972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2C74B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097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0972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2C74B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97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914400"/>
            <a:ext cx="1371600" cy="914400"/>
          </a:xfrm>
          <a:prstGeom prst="diamond">
            <a:avLst>
              <a:gd name="adj" fmla="val 10000"/>
            </a:avLst>
          </a:prstGeom>
          <a:solidFill>
            <a:srgbClr val="8E44A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914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0" y="109728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2C74B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097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7432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E07A5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27432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E07A5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0" y="27432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2D74B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3000" y="1371600"/>
            <a:ext cx="160020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29000" y="1371600"/>
            <a:ext cx="160020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15000" y="1371600"/>
            <a:ext cx="160020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001000" y="1371600"/>
            <a:ext cx="160020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1828800"/>
            <a:ext cx="0" cy="36576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715000" y="3017520"/>
            <a:ext cx="160020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01000" y="3017520"/>
            <a:ext cx="1600200" cy="0"/>
          </a:xfrm>
          <a:prstGeom prst="line">
            <a:avLst/>
          </a:prstGeom>
          <a:noFill/>
          <a:ln w="19050">
            <a:solidFill>
              <a:srgbClr val="4A6B8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2026-09-01T03:18:04Z</dcterms:created>
  <dcterms:modified xsi:type="dcterms:W3CDTF">2026-09-01T03:18:04Z</dcterms:modified>
</cp:coreProperties>
</file>