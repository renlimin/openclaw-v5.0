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1: PPT 原生表格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4B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4B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4B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4B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 Gateway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运行中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 Scheduling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运行中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Jerry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建设中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Office 文档生成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Jerry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Bangcle PPT 模板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7A5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🚧 建设中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Jerry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2: PPT 原生流程图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13716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0" y="13716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通报处置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7432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E07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7432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E07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0" y="27432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743200"/>
            <a:ext cx="1645920" cy="640080"/>
          </a:xfrm>
          <a:prstGeom prst="diamond">
            <a:avLst>
              <a:gd name="adj" fmla="val 7143"/>
            </a:avLst>
          </a:prstGeom>
          <a:solidFill>
            <a:srgbClr val="8E44A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1691640"/>
            <a:ext cx="192024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1691640"/>
            <a:ext cx="192024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1691640"/>
            <a:ext cx="192024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3063240"/>
            <a:ext cx="109728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37760" y="3063240"/>
            <a:ext cx="192024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80960" y="3063240"/>
            <a:ext cx="192024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2011680"/>
            <a:ext cx="0" cy="41148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1600" y="2011680"/>
            <a:ext cx="0" cy="41148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56032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3: 智能图标绘制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371600" cy="1645920"/>
          </a:xfrm>
          <a:prstGeom prst="trapezoid">
            <a:avLst/>
          </a:prstGeom>
          <a:solidFill>
            <a:srgbClr val="2D74BB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安全防护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097280"/>
            <a:ext cx="1371600" cy="1371600"/>
          </a:xfrm>
          <a:prstGeom prst="ellipse">
            <a:avLst/>
          </a:prstGeom>
          <a:solidFill>
            <a:srgbClr val="2C74BC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风险检测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1371600" cy="13716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0" y="1097280"/>
            <a:ext cx="1188720" cy="1463040"/>
          </a:xfrm>
          <a:prstGeom prst="rect">
            <a:avLst>
              <a:gd name="adj" fmla="val 7692"/>
            </a:avLst>
          </a:prstGeom>
          <a:solidFill>
            <a:srgbClr val="E07A5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09728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报告输出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4114800"/>
            <a:ext cx="1371600" cy="1188720"/>
          </a:xfrm>
          <a:prstGeom prst="triangle">
            <a:avLst/>
          </a:prstGeom>
          <a:solidFill>
            <a:srgbClr val="8E44AD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1148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5760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1371600" cy="1188720"/>
          </a:xfrm>
          <a:prstGeom prst="hexagon">
            <a:avLst/>
          </a:prstGeom>
          <a:solidFill>
            <a:srgbClr val="2D74BB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1148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⬡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安全网络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2026-09-01T03:05:01Z</dcterms:created>
  <dcterms:modified xsi:type="dcterms:W3CDTF">2026-09-01T03:05:01Z</dcterms:modified>
</cp:coreProperties>
</file>